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Average PM2.5 by Station (µg/m³)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PM2.5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Dongsi</c:v>
                  </c:pt>
                  <c:pt idx="1">
                    <c:v>Wanshouxig.</c:v>
                  </c:pt>
                  <c:pt idx="2">
                    <c:v>Nongzhang.</c:v>
                  </c:pt>
                  <c:pt idx="3">
                    <c:v>Gucheng</c:v>
                  </c:pt>
                  <c:pt idx="4">
                    <c:v>Wanliu</c:v>
                  </c:pt>
                  <c:pt idx="5">
                    <c:v>Guanyuan</c:v>
                  </c:pt>
                  <c:pt idx="6">
                    <c:v>Aotizhong.</c:v>
                  </c:pt>
                  <c:pt idx="7">
                    <c:v>Tiantan</c:v>
                  </c:pt>
                  <c:pt idx="8">
                    <c:v>Shunyi</c:v>
                  </c:pt>
                  <c:pt idx="9">
                    <c:v>Changping</c:v>
                  </c:pt>
                  <c:pt idx="10">
                    <c:v>Huairou</c:v>
                  </c:pt>
                  <c:pt idx="11">
                    <c:v>Dingling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86.01</c:v>
                </c:pt>
                <c:pt idx="1">
                  <c:v>84.89</c:v>
                </c:pt>
                <c:pt idx="2">
                  <c:v>84.72</c:v>
                </c:pt>
                <c:pt idx="3">
                  <c:v>83.68</c:v>
                </c:pt>
                <c:pt idx="4">
                  <c:v>83.33</c:v>
                </c:pt>
                <c:pt idx="5">
                  <c:v>82.85</c:v>
                </c:pt>
                <c:pt idx="6">
                  <c:v>82.67</c:v>
                </c:pt>
                <c:pt idx="7">
                  <c:v>82.1</c:v>
                </c:pt>
                <c:pt idx="8">
                  <c:v>78.99</c:v>
                </c:pt>
                <c:pt idx="9">
                  <c:v>71.18</c:v>
                </c:pt>
                <c:pt idx="10">
                  <c:v>69.76</c:v>
                </c:pt>
                <c:pt idx="11">
                  <c:v>66.19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100584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🌫️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Air Quality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91640" y="1325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Data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91640" y="1901952"/>
            <a:ext cx="64008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57400"/>
            <a:ext cx="23317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2084832"/>
            <a:ext cx="45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402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420,768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4028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8808" y="2057400"/>
            <a:ext cx="23317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70248" y="2084832"/>
            <a:ext cx="45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27448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27448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65976" y="2057400"/>
            <a:ext cx="23317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2084832"/>
            <a:ext cx="45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14616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14616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2461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12 air monitoring stations around Beijing. Each row is one hour of measurement for pollution (PM2.5, PM10, SO2, NO2, CO, O3) and weather (temperature, wind, pressure).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Benjelyn Reves Patiag  •  Week 2 Activity  •  April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Basic Statistics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&amp; Task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Data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missing values in 11 columns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had most missing: 20,701 rows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number gaps with column mean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still missing (text columns)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418,946 rows 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36576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Statistics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20624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1129.81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3383280"/>
            <a:ext cx="402336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749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mean (79.71) is much higher than median (57.0). This mean few very high pollution day pull up the average. WHO daily guideline is only 15 µg/m³ — Beijing is well above safe level.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by Station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—  Which area in Beijing have most pollution?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96012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Station Type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481328"/>
            <a:ext cx="2743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463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pollution (city centre)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984248"/>
            <a:ext cx="2743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659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(urban area)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487168"/>
            <a:ext cx="2743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4688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(suburb / rural)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2377440"/>
            <a:ext cx="2971800" cy="2240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468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283464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Dongsi (city centre) have highest average PM2.5: 86.01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Dingling (suburb) have lowest: 66.19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Difference is ~30% — city area significantly more polluted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More cars and factories in city centre = more pollution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—  Seeing the data as pictures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960120"/>
            <a:ext cx="2852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005840"/>
            <a:ext cx="274320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" y="33832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Histogram of PM2.5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" y="37033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hours have low-medium PM2.5. But some very bad days push to 999 µg/m³.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63824" y="960120"/>
            <a:ext cx="2852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8688" y="1005840"/>
            <a:ext cx="2743200" cy="2011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63824" y="33832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PM2.5 Over Time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163824" y="37033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spikes every winter. Summer months are cleaner.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63056" y="960120"/>
            <a:ext cx="2852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005840"/>
            <a:ext cx="2743200" cy="2011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3056" y="33832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Boxplot of Pollutants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63056" y="37033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has widest spread. SO2 is most stable. Many outliers visible.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&amp; 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—  Which things are connected to PM2.5?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05840"/>
            <a:ext cx="384048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43400" y="987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What Most Affect PM2.5?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444752"/>
            <a:ext cx="4526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48132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49240" y="14813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+0.879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3640" y="14813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874520"/>
            <a:ext cx="4526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191109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49240" y="19110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+0.769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19110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304288"/>
            <a:ext cx="4526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23408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49240" y="234086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+0.658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234086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43400" y="2734056"/>
            <a:ext cx="4526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34840" y="27706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9240" y="277063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+0.478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2770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163824"/>
            <a:ext cx="4526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34840" y="32004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49240" y="32004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-0.269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32004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43400" y="3593592"/>
            <a:ext cx="4526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34840" y="363016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49240" y="363016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36301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343400" y="4087368"/>
            <a:ext cx="45262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8056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Main Conclusion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80560" y="44074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is #1 most related to PM2.5 (r=0.879). Wind help clean air (negative). Temperature alone not strongly predict pollution — but winter season is worse because more burning for heat.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Beijing Air Quality Analysis</dc:title>
  <dc:subject>PptxGenJS Presentation</dc:subject>
  <dc:creator>Benjelyn Reves Patiag</dc:creator>
  <cp:lastModifiedBy>Benjelyn Reves Patiag</cp:lastModifiedBy>
  <cp:revision>1</cp:revision>
  <dcterms:created xsi:type="dcterms:W3CDTF">2026-04-19T23:28:53Z</dcterms:created>
  <dcterms:modified xsi:type="dcterms:W3CDTF">2026-04-19T23:28:53Z</dcterms:modified>
</cp:coreProperties>
</file>